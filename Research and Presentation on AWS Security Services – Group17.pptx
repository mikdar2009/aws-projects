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handoutMasterIdLst>
    <p:handoutMasterId r:id="rId15"/>
  </p:handoutMasterIdLst>
  <p:sldIdLst>
    <p:sldId id="266" r:id="rId5"/>
    <p:sldId id="309" r:id="rId6"/>
    <p:sldId id="310" r:id="rId7"/>
    <p:sldId id="313" r:id="rId8"/>
    <p:sldId id="315" r:id="rId9"/>
    <p:sldId id="317" r:id="rId10"/>
    <p:sldId id="316" r:id="rId11"/>
    <p:sldId id="311" r:id="rId12"/>
    <p:sldId id="318" r:id="rId13"/>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43" d="100"/>
          <a:sy n="43" d="100"/>
        </p:scale>
        <p:origin x="870" y="42"/>
      </p:cViewPr>
      <p:guideLst/>
    </p:cSldViewPr>
  </p:slideViewPr>
  <p:notesTextViewPr>
    <p:cViewPr>
      <p:scale>
        <a:sx n="1" d="1"/>
        <a:sy n="1" d="1"/>
      </p:scale>
      <p:origin x="0" y="0"/>
    </p:cViewPr>
  </p:notesTextViewPr>
  <p:notesViewPr>
    <p:cSldViewPr snapToGrid="0">
      <p:cViewPr varScale="1">
        <p:scale>
          <a:sx n="88" d="100"/>
          <a:sy n="88" d="100"/>
        </p:scale>
        <p:origin x="382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9F403F-EF76-48B2-A4D1-6B210FA59651}" type="datetime1">
              <a:rPr lang="en-GB" smtClean="0"/>
              <a:t>28/07/2025</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284F72-582E-4200-86D7-FCF118B0865E}" type="slidenum">
              <a:rPr lang="en-GB" smtClean="0"/>
              <a:t>‹#›</a:t>
            </a:fld>
            <a:endParaRPr lang="en-GB" dirty="0"/>
          </a:p>
        </p:txBody>
      </p:sp>
    </p:spTree>
    <p:extLst>
      <p:ext uri="{BB962C8B-B14F-4D97-AF65-F5344CB8AC3E}">
        <p14:creationId xmlns:p14="http://schemas.microsoft.com/office/powerpoint/2010/main" val="11669600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3DBB4B-0CB0-4B61-A9E2-D423B87EB3A6}" type="datetime1">
              <a:rPr lang="en-GB" noProof="0" smtClean="0"/>
              <a:t>28/07/2025</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5391D-6E4B-4763-9987-239636288824}" type="slidenum">
              <a:rPr lang="en-GB" noProof="0" smtClean="0"/>
              <a:t>‹#›</a:t>
            </a:fld>
            <a:endParaRPr lang="en-GB" noProof="0" dirty="0"/>
          </a:p>
        </p:txBody>
      </p:sp>
    </p:spTree>
    <p:extLst>
      <p:ext uri="{BB962C8B-B14F-4D97-AF65-F5344CB8AC3E}">
        <p14:creationId xmlns:p14="http://schemas.microsoft.com/office/powerpoint/2010/main" val="23544233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375391D-6E4B-4763-9987-239636288824}" type="slidenum">
              <a:rPr lang="en-GB" smtClean="0"/>
              <a:t>1</a:t>
            </a:fld>
            <a:endParaRPr lang="en-GB" dirty="0"/>
          </a:p>
        </p:txBody>
      </p:sp>
    </p:spTree>
    <p:extLst>
      <p:ext uri="{BB962C8B-B14F-4D97-AF65-F5344CB8AC3E}">
        <p14:creationId xmlns:p14="http://schemas.microsoft.com/office/powerpoint/2010/main" val="4055108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rtlCol="0" anchor="b">
            <a:normAutofit/>
          </a:bodyPr>
          <a:lstStyle>
            <a:lvl1pPr algn="l">
              <a:lnSpc>
                <a:spcPct val="90000"/>
              </a:lnSpc>
              <a:defRPr sz="8000" spc="-50" baseline="0">
                <a:solidFill>
                  <a:schemeClr val="tx1">
                    <a:lumMod val="85000"/>
                    <a:lumOff val="15000"/>
                  </a:schemeClr>
                </a:solidFill>
              </a:defRPr>
            </a:lvl1pPr>
          </a:lstStyle>
          <a:p>
            <a:pPr rtl="0"/>
            <a:r>
              <a:rPr lang="en-GB" noProof="0"/>
              <a:t>Click to edit Master title style</a:t>
            </a:r>
            <a:endParaRPr lang="en-GB" noProof="0" dirty="0"/>
          </a:p>
        </p:txBody>
      </p:sp>
      <p:sp>
        <p:nvSpPr>
          <p:cNvPr id="3" name="Subtitle 2"/>
          <p:cNvSpPr>
            <a:spLocks noGrp="1"/>
          </p:cNvSpPr>
          <p:nvPr>
            <p:ph type="subTitle" idx="1"/>
          </p:nvPr>
        </p:nvSpPr>
        <p:spPr>
          <a:xfrm>
            <a:off x="1100051" y="4645152"/>
            <a:ext cx="10058400" cy="1143000"/>
          </a:xfrm>
        </p:spPr>
        <p:txBody>
          <a:bodyPr lIns="91440" rIns="91440" rtlCol="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GB" noProof="0"/>
              <a:t>Click to edit Master subtitle style</a:t>
            </a:r>
            <a:endParaRPr lang="en-GB" noProof="0"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p>
            <a:pPr rtl="0"/>
            <a:fld id="{0C2704E5-4F39-456D-BCC2-3682AA110EE4}" type="datetime1">
              <a:rPr lang="en-GB" noProof="0" smtClean="0"/>
              <a:t>28/07/2025</a:t>
            </a:fld>
            <a:endParaRPr lang="en-GB" noProof="0"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p>
            <a:pPr rtl="0"/>
            <a:endParaRPr lang="en-GB" noProof="0"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3" name="Content Placeholder 2"/>
          <p:cNvSpPr>
            <a:spLocks noGrp="1"/>
          </p:cNvSpPr>
          <p:nvPr>
            <p:ph idx="1"/>
          </p:nvPr>
        </p:nvSpPr>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B1DBDAB5-6689-49C0-A541-77DA88E44363}" type="datetime1">
              <a:rPr lang="en-GB" noProof="0" smtClean="0"/>
              <a:t>28/07/2025</a:t>
            </a:fld>
            <a:endParaRPr lang="en-GB" noProof="0"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en-GB" noProof="0"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rtlCol="0" anchor="b" anchorCtr="0">
            <a:normAutofit/>
          </a:bodyPr>
          <a:lstStyle>
            <a:lvl1pPr>
              <a:lnSpc>
                <a:spcPct val="90000"/>
              </a:lnSpc>
              <a:defRPr sz="8000" b="0">
                <a:solidFill>
                  <a:schemeClr val="tx1">
                    <a:lumMod val="85000"/>
                    <a:lumOff val="15000"/>
                  </a:schemeClr>
                </a:solidFill>
              </a:defRPr>
            </a:lvl1pPr>
          </a:lstStyle>
          <a:p>
            <a:pPr rtl="0"/>
            <a:r>
              <a:rPr lang="en-GB" noProof="0"/>
              <a:t>Click to edit Master title style</a:t>
            </a:r>
            <a:endParaRPr lang="en-GB" noProof="0" dirty="0"/>
          </a:p>
        </p:txBody>
      </p:sp>
      <p:sp>
        <p:nvSpPr>
          <p:cNvPr id="3" name="Text Placeholder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GB" noProof="0"/>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p>
            <a:pPr rtl="0"/>
            <a:fld id="{F7A9E1E1-8203-4C9F-ACF1-E800B4AF1CA2}" type="datetime1">
              <a:rPr lang="en-GB" noProof="0" smtClean="0"/>
              <a:t>28/07/2025</a:t>
            </a:fld>
            <a:endParaRPr lang="en-GB" noProof="0"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p>
            <a:pPr rtl="0"/>
            <a:endParaRPr lang="en-GB" noProof="0"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rtlCol="0"/>
          <a:lstStyle/>
          <a:p>
            <a:pPr rtl="0"/>
            <a:r>
              <a:rPr lang="en-GB" noProof="0"/>
              <a:t>Click to edit Master title style</a:t>
            </a:r>
            <a:endParaRPr lang="en-GB" noProof="0" dirty="0"/>
          </a:p>
        </p:txBody>
      </p:sp>
      <p:sp>
        <p:nvSpPr>
          <p:cNvPr id="3" name="Content Placeholder 2"/>
          <p:cNvSpPr>
            <a:spLocks noGrp="1"/>
          </p:cNvSpPr>
          <p:nvPr>
            <p:ph sz="half" idx="1"/>
          </p:nvPr>
        </p:nvSpPr>
        <p:spPr>
          <a:xfrm>
            <a:off x="1097280" y="2120900"/>
            <a:ext cx="4639736" cy="3748193"/>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4" name="Content Placeholder 3"/>
          <p:cNvSpPr>
            <a:spLocks noGrp="1"/>
          </p:cNvSpPr>
          <p:nvPr>
            <p:ph sz="half" idx="2"/>
          </p:nvPr>
        </p:nvSpPr>
        <p:spPr>
          <a:xfrm>
            <a:off x="6515944" y="2120900"/>
            <a:ext cx="4639736" cy="3748194"/>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p>
            <a:pPr rtl="0"/>
            <a:fld id="{8D61D606-4029-4057-B007-9BD66F056C02}" type="datetime1">
              <a:rPr lang="en-GB" noProof="0" smtClean="0"/>
              <a:t>28/07/2025</a:t>
            </a:fld>
            <a:endParaRPr lang="en-GB" noProof="0"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p>
            <a:pPr rtl="0"/>
            <a:endParaRPr lang="en-GB" noProof="0"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rtlCol="0"/>
          <a:lstStyle/>
          <a:p>
            <a:pPr rtl="0"/>
            <a:r>
              <a:rPr lang="en-GB" noProof="0"/>
              <a:t>Click to edit Master title style</a:t>
            </a:r>
            <a:endParaRPr lang="en-GB" noProof="0" dirty="0"/>
          </a:p>
        </p:txBody>
      </p:sp>
      <p:sp>
        <p:nvSpPr>
          <p:cNvPr id="3" name="Text Placeholder 2"/>
          <p:cNvSpPr>
            <a:spLocks noGrp="1"/>
          </p:cNvSpPr>
          <p:nvPr>
            <p:ph type="body" idx="1"/>
          </p:nvPr>
        </p:nvSpPr>
        <p:spPr>
          <a:xfrm>
            <a:off x="1097280"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4" name="Content Placeholder 3"/>
          <p:cNvSpPr>
            <a:spLocks noGrp="1"/>
          </p:cNvSpPr>
          <p:nvPr>
            <p:ph sz="half" idx="2"/>
          </p:nvPr>
        </p:nvSpPr>
        <p:spPr>
          <a:xfrm>
            <a:off x="1097280" y="2958274"/>
            <a:ext cx="4639736" cy="2910821"/>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5" name="Text Placeholder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6" name="Content Placeholder 5"/>
          <p:cNvSpPr>
            <a:spLocks noGrp="1"/>
          </p:cNvSpPr>
          <p:nvPr>
            <p:ph sz="quarter" idx="4"/>
          </p:nvPr>
        </p:nvSpPr>
        <p:spPr>
          <a:xfrm>
            <a:off x="6515944" y="2958273"/>
            <a:ext cx="4639736" cy="2910821"/>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p>
            <a:pPr rtl="0"/>
            <a:fld id="{C3EB0A61-F1AF-460B-AD9B-4F654C4E2DCE}" type="datetime1">
              <a:rPr lang="en-GB" noProof="0" smtClean="0"/>
              <a:t>28/07/2025</a:t>
            </a:fld>
            <a:endParaRPr lang="en-GB" noProof="0"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p>
            <a:pPr rtl="0"/>
            <a:endParaRPr lang="en-GB" noProof="0"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p>
            <a:pPr rtl="0"/>
            <a:fld id="{A94DCD03-2D2D-4108-BBD8-260B692F6DE1}" type="datetime1">
              <a:rPr lang="en-GB" noProof="0" smtClean="0"/>
              <a:t>28/07/2025</a:t>
            </a:fld>
            <a:endParaRPr lang="en-GB" noProof="0"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p>
            <a:pPr rtl="0"/>
            <a:endParaRPr lang="en-GB" noProof="0"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C5E3E5A1-1118-4E35-9279-999A703D3551}" type="datetime1">
              <a:rPr lang="en-GB" noProof="0" smtClean="0"/>
              <a:t>28/07/2025</a:t>
            </a:fld>
            <a:endParaRPr lang="en-GB"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n-GB"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rtlCol="0" anchor="b">
            <a:normAutofit/>
          </a:bodyPr>
          <a:lstStyle>
            <a:lvl1pPr>
              <a:lnSpc>
                <a:spcPct val="90000"/>
              </a:lnSpc>
              <a:defRPr sz="3600" b="0">
                <a:solidFill>
                  <a:srgbClr val="FFFFFF"/>
                </a:solidFill>
              </a:defRPr>
            </a:lvl1pPr>
          </a:lstStyle>
          <a:p>
            <a:pPr rtl="0"/>
            <a:r>
              <a:rPr lang="en-GB" noProof="0"/>
              <a:t>Click to edit Master title style</a:t>
            </a:r>
            <a:endParaRPr lang="en-GB" noProof="0" dirty="0"/>
          </a:p>
        </p:txBody>
      </p:sp>
      <p:sp>
        <p:nvSpPr>
          <p:cNvPr id="3" name="Content Placeholder 2"/>
          <p:cNvSpPr>
            <a:spLocks noGrp="1"/>
          </p:cNvSpPr>
          <p:nvPr>
            <p:ph idx="1"/>
          </p:nvPr>
        </p:nvSpPr>
        <p:spPr>
          <a:xfrm>
            <a:off x="5458984" y="812799"/>
            <a:ext cx="5928344" cy="5294757"/>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4" name="Text Placeholder 3"/>
          <p:cNvSpPr>
            <a:spLocks noGrp="1"/>
          </p:cNvSpPr>
          <p:nvPr>
            <p:ph type="body" sz="half" idx="2"/>
          </p:nvPr>
        </p:nvSpPr>
        <p:spPr>
          <a:xfrm>
            <a:off x="643465" y="3043050"/>
            <a:ext cx="3517567" cy="3064505"/>
          </a:xfrm>
        </p:spPr>
        <p:txBody>
          <a:bodyPr lIns="91440" rIns="91440" rtlCol="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5" name="Date Placeholder 4"/>
          <p:cNvSpPr>
            <a:spLocks noGrp="1"/>
          </p:cNvSpPr>
          <p:nvPr>
            <p:ph type="dt" sz="half" idx="10"/>
          </p:nvPr>
        </p:nvSpPr>
        <p:spPr>
          <a:xfrm>
            <a:off x="643464" y="6446520"/>
            <a:ext cx="3517568" cy="365125"/>
          </a:xfrm>
        </p:spPr>
        <p:txBody>
          <a:bodyPr rtlCol="0"/>
          <a:lstStyle>
            <a:lvl1pPr algn="l">
              <a:defRPr/>
            </a:lvl1pPr>
          </a:lstStyle>
          <a:p>
            <a:pPr rtl="0"/>
            <a:fld id="{71EA276F-12C1-47B9-B184-AB6F99175BF6}" type="datetime1">
              <a:rPr lang="en-GB" noProof="0" smtClean="0"/>
              <a:t>28/07/2025</a:t>
            </a:fld>
            <a:endParaRPr lang="en-GB" noProof="0" dirty="0"/>
          </a:p>
        </p:txBody>
      </p:sp>
      <p:sp>
        <p:nvSpPr>
          <p:cNvPr id="6" name="Footer Placeholder 5"/>
          <p:cNvSpPr>
            <a:spLocks noGrp="1"/>
          </p:cNvSpPr>
          <p:nvPr>
            <p:ph type="ftr" sz="quarter" idx="11"/>
          </p:nvPr>
        </p:nvSpPr>
        <p:spPr>
          <a:xfrm>
            <a:off x="5458983" y="6446520"/>
            <a:ext cx="5334019" cy="365125"/>
          </a:xfrm>
        </p:spPr>
        <p:txBody>
          <a:bodyPr rtlCol="0"/>
          <a:lstStyle>
            <a:lvl1pPr algn="l">
              <a:defRPr>
                <a:solidFill>
                  <a:schemeClr val="tx2"/>
                </a:solidFill>
              </a:defRPr>
            </a:lvl1pPr>
          </a:lstStyle>
          <a:p>
            <a:pPr rtl="0"/>
            <a:endParaRPr lang="en-GB" noProof="0" dirty="0"/>
          </a:p>
        </p:txBody>
      </p:sp>
      <p:sp>
        <p:nvSpPr>
          <p:cNvPr id="7" name="Slide Number Placeholder 6"/>
          <p:cNvSpPr>
            <a:spLocks noGrp="1"/>
          </p:cNvSpPr>
          <p:nvPr>
            <p:ph type="sldNum" sz="quarter" idx="12"/>
          </p:nvPr>
        </p:nvSpPr>
        <p:spPr/>
        <p:txBody>
          <a:bodyPr rtlCol="0"/>
          <a:lstStyle>
            <a:lvl1pPr>
              <a:defRPr>
                <a:solidFill>
                  <a:schemeClr val="tx2"/>
                </a:solidFill>
              </a:defRPr>
            </a:lvl1pPr>
          </a:lstStyle>
          <a:p>
            <a:pPr rtl="0"/>
            <a:fld id="{3A98EE3D-8CD1-4C3F-BD1C-C98C9596463C}" type="slidenum">
              <a:rPr lang="en-GB" noProof="0" smtClean="0"/>
              <a:pPr/>
              <a:t>‹#›</a:t>
            </a:fld>
            <a:endParaRPr lang="en-GB" noProof="0"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Click icon to add picture</a:t>
            </a:r>
            <a:endParaRPr lang="en-GB" noProof="0" dirty="0"/>
          </a:p>
        </p:txBody>
      </p:sp>
      <p:sp>
        <p:nvSpPr>
          <p:cNvPr id="2" name="Title 1"/>
          <p:cNvSpPr>
            <a:spLocks noGrp="1"/>
          </p:cNvSpPr>
          <p:nvPr>
            <p:ph type="title"/>
          </p:nvPr>
        </p:nvSpPr>
        <p:spPr>
          <a:xfrm>
            <a:off x="1097279" y="4799362"/>
            <a:ext cx="10113645" cy="743682"/>
          </a:xfrm>
        </p:spPr>
        <p:txBody>
          <a:bodyPr tIns="0" bIns="0" rtlCol="0" anchor="b">
            <a:noAutofit/>
          </a:bodyPr>
          <a:lstStyle>
            <a:lvl1pPr>
              <a:defRPr sz="3600" b="0">
                <a:solidFill>
                  <a:srgbClr val="FFFFFF"/>
                </a:solidFill>
              </a:defRPr>
            </a:lvl1pPr>
          </a:lstStyle>
          <a:p>
            <a:pPr rtl="0"/>
            <a:r>
              <a:rPr lang="en-GB" noProof="0"/>
              <a:t>Click to edit Master title style</a:t>
            </a:r>
            <a:endParaRPr lang="en-GB" noProof="0" dirty="0"/>
          </a:p>
        </p:txBody>
      </p:sp>
      <p:sp>
        <p:nvSpPr>
          <p:cNvPr id="4" name="Text Placeholder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Click to edit Master text styles</a:t>
            </a:r>
          </a:p>
        </p:txBody>
      </p:sp>
      <p:sp>
        <p:nvSpPr>
          <p:cNvPr id="5" name="Date Placeholder 4"/>
          <p:cNvSpPr>
            <a:spLocks noGrp="1"/>
          </p:cNvSpPr>
          <p:nvPr>
            <p:ph type="dt" sz="half" idx="10"/>
          </p:nvPr>
        </p:nvSpPr>
        <p:spPr/>
        <p:txBody>
          <a:bodyPr rtlCol="0"/>
          <a:lstStyle>
            <a:lvl1pPr>
              <a:defRPr/>
            </a:lvl1pPr>
          </a:lstStyle>
          <a:p>
            <a:pPr rtl="0"/>
            <a:fld id="{9BDE5F93-D253-439D-93F3-F4428422EC03}" type="datetime1">
              <a:rPr lang="en-GB" noProof="0" smtClean="0"/>
              <a:t>28/07/2025</a:t>
            </a:fld>
            <a:endParaRPr lang="en-GB" noProof="0" dirty="0"/>
          </a:p>
        </p:txBody>
      </p:sp>
      <p:sp>
        <p:nvSpPr>
          <p:cNvPr id="6" name="Footer Placeholder 5"/>
          <p:cNvSpPr>
            <a:spLocks noGrp="1"/>
          </p:cNvSpPr>
          <p:nvPr>
            <p:ph type="ftr" sz="quarter" idx="11"/>
          </p:nvPr>
        </p:nvSpPr>
        <p:spPr>
          <a:xfrm>
            <a:off x="1097279" y="6446838"/>
            <a:ext cx="6818262" cy="365125"/>
          </a:xfrm>
        </p:spPr>
        <p:txBody>
          <a:bodyPr rtlCol="0"/>
          <a:lstStyle/>
          <a:p>
            <a:pPr algn="l" rtl="0"/>
            <a:endParaRPr lang="en-GB" noProof="0" dirty="0"/>
          </a:p>
        </p:txBody>
      </p:sp>
      <p:sp>
        <p:nvSpPr>
          <p:cNvPr id="7" name="Slide Number Placeholder 6"/>
          <p:cNvSpPr>
            <a:spLocks noGrp="1"/>
          </p:cNvSpPr>
          <p:nvPr>
            <p:ph type="sldNum" sz="quarter" idx="12"/>
          </p:nvPr>
        </p:nvSpPr>
        <p:spPr/>
        <p:txBody>
          <a:bodyPr rtlCol="0"/>
          <a:lstStyle/>
          <a:p>
            <a:pPr rtl="0"/>
            <a:fld id="{3A98EE3D-8CD1-4C3F-BD1C-C98C9596463C}" type="slidenum">
              <a:rPr lang="en-GB" noProof="0" smtClean="0"/>
              <a:t>‹#›</a:t>
            </a:fld>
            <a:endParaRPr lang="en-GB" noProof="0"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en-GB" noProof="0"/>
              <a:t>Click to edit Master title style</a:t>
            </a:r>
            <a:endParaRPr lang="en-GB" noProof="0"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en-GB" noProof="0" dirty="0"/>
              <a:t>Click to edit Master text styles</a:t>
            </a:r>
          </a:p>
          <a:p>
            <a:pPr lvl="1" rtl="0"/>
            <a:r>
              <a:rPr lang="en-GB" noProof="0" dirty="0"/>
              <a:t>Second level</a:t>
            </a:r>
          </a:p>
          <a:p>
            <a:pPr lvl="2" rtl="0"/>
            <a:r>
              <a:rPr lang="en-GB" noProof="0" dirty="0"/>
              <a:t>Third level</a:t>
            </a:r>
          </a:p>
          <a:p>
            <a:pPr lvl="3" rtl="0"/>
            <a:r>
              <a:rPr lang="en-GB" noProof="0" dirty="0"/>
              <a:t>Quarter level</a:t>
            </a:r>
          </a:p>
          <a:p>
            <a:pPr lvl="4" rtl="0"/>
            <a:r>
              <a:rPr lang="en-GB" noProof="0" dirty="0"/>
              <a:t>Fifth level</a:t>
            </a:r>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pPr rtl="0"/>
            <a:fld id="{047F37C8-3C73-45A6-8FAF-1E0E1F929AF7}" type="datetime1">
              <a:rPr lang="en-GB" noProof="0" smtClean="0"/>
              <a:t>28/07/2025</a:t>
            </a:fld>
            <a:endParaRPr lang="en-GB" noProof="0"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pPr rtl="0"/>
            <a:endParaRPr lang="en-GB" noProof="0"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pPr rtl="0"/>
            <a:fld id="{3A98EE3D-8CD1-4C3F-BD1C-C98C9596463C}" type="slidenum">
              <a:rPr lang="en-GB" noProof="0" smtClean="0"/>
              <a:t>‹#›</a:t>
            </a:fld>
            <a:endParaRPr lang="en-GB" noProof="0"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096000" y="1976718"/>
            <a:ext cx="6095999" cy="2998694"/>
          </a:xfrm>
        </p:spPr>
        <p:txBody>
          <a:bodyPr rtlCol="0">
            <a:noAutofit/>
          </a:bodyPr>
          <a:lstStyle/>
          <a:p>
            <a:pPr rtl="0"/>
            <a:r>
              <a:rPr lang="en-US" sz="5400" b="1" dirty="0">
                <a:effectLst/>
              </a:rPr>
              <a:t>Research and Presentation on AWS Security Services –Group Activity</a:t>
            </a:r>
            <a:br>
              <a:rPr lang="en-US" sz="5400" b="1" dirty="0">
                <a:effectLst/>
              </a:rPr>
            </a:br>
            <a:br>
              <a:rPr lang="en-US" sz="4500" b="0" i="0" dirty="0">
                <a:solidFill>
                  <a:srgbClr val="000000"/>
                </a:solidFill>
                <a:effectLst/>
                <a:latin typeface="Arial" panose="020B0604020202020204" pitchFamily="34" charset="0"/>
              </a:rPr>
            </a:br>
            <a:endParaRPr lang="en-GB" sz="4500" dirty="0"/>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rtlCol="0">
            <a:normAutofit/>
          </a:bodyPr>
          <a:lstStyle/>
          <a:p>
            <a:pPr rtl="0"/>
            <a:endParaRPr lang="en-GB" dirty="0"/>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6080A63-8DD9-49D8-8FCB-2005EB9FFFE3}"/>
              </a:ext>
            </a:extLst>
          </p:cNvPr>
          <p:cNvSpPr/>
          <p:nvPr/>
        </p:nvSpPr>
        <p:spPr>
          <a:xfrm flipH="1">
            <a:off x="6805049" y="5535043"/>
            <a:ext cx="4221535" cy="123861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endParaRPr>
          </a:p>
          <a:p>
            <a:pPr algn="ctr"/>
            <a:endParaRPr lang="en-US" dirty="0">
              <a:solidFill>
                <a:schemeClr val="tx1"/>
              </a:solidFill>
            </a:endParaRPr>
          </a:p>
        </p:txBody>
      </p: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382D-068A-415B-94C2-5AA86843751A}"/>
              </a:ext>
            </a:extLst>
          </p:cNvPr>
          <p:cNvSpPr>
            <a:spLocks noGrp="1"/>
          </p:cNvSpPr>
          <p:nvPr>
            <p:ph type="title"/>
          </p:nvPr>
        </p:nvSpPr>
        <p:spPr/>
        <p:txBody>
          <a:bodyPr/>
          <a:lstStyle/>
          <a:p>
            <a:r>
              <a:rPr lang="en-US" b="1" dirty="0"/>
              <a:t>AMAZON GUARDDUTY</a:t>
            </a:r>
          </a:p>
        </p:txBody>
      </p:sp>
      <p:sp>
        <p:nvSpPr>
          <p:cNvPr id="3" name="Content Placeholder 2">
            <a:extLst>
              <a:ext uri="{FF2B5EF4-FFF2-40B4-BE49-F238E27FC236}">
                <a16:creationId xmlns:a16="http://schemas.microsoft.com/office/drawing/2014/main" id="{F1F31B5E-C29B-4038-B812-E917C4DB6974}"/>
              </a:ext>
            </a:extLst>
          </p:cNvPr>
          <p:cNvSpPr>
            <a:spLocks noGrp="1"/>
          </p:cNvSpPr>
          <p:nvPr>
            <p:ph idx="1"/>
          </p:nvPr>
        </p:nvSpPr>
        <p:spPr/>
        <p:txBody>
          <a:bodyPr>
            <a:normAutofit/>
          </a:bodyPr>
          <a:lstStyle/>
          <a:p>
            <a:pPr algn="just"/>
            <a:r>
              <a:rPr lang="en-US" sz="3200" b="1" u="sng" dirty="0">
                <a:latin typeface="Times New Roman" panose="02020603050405020304" pitchFamily="18" charset="0"/>
                <a:cs typeface="Times New Roman" panose="02020603050405020304" pitchFamily="18" charset="0"/>
              </a:rPr>
              <a:t>Overview</a:t>
            </a:r>
          </a:p>
          <a:p>
            <a:pPr algn="just"/>
            <a:r>
              <a:rPr lang="en-US" sz="3200" dirty="0">
                <a:latin typeface="Times New Roman" panose="02020603050405020304" pitchFamily="18" charset="0"/>
                <a:cs typeface="Times New Roman" panose="02020603050405020304" pitchFamily="18" charset="0"/>
              </a:rPr>
              <a:t>Amazon GuardDuty is a fully managed AWS threat detection service that uses machine learning and threat intelligence to identify suspicious activity in your AWS environment.</a:t>
            </a:r>
          </a:p>
        </p:txBody>
      </p:sp>
    </p:spTree>
    <p:extLst>
      <p:ext uri="{BB962C8B-B14F-4D97-AF65-F5344CB8AC3E}">
        <p14:creationId xmlns:p14="http://schemas.microsoft.com/office/powerpoint/2010/main" val="2001070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382D-068A-415B-94C2-5AA86843751A}"/>
              </a:ext>
            </a:extLst>
          </p:cNvPr>
          <p:cNvSpPr>
            <a:spLocks noGrp="1"/>
          </p:cNvSpPr>
          <p:nvPr>
            <p:ph type="title"/>
          </p:nvPr>
        </p:nvSpPr>
        <p:spPr/>
        <p:txBody>
          <a:bodyPr/>
          <a:lstStyle/>
          <a:p>
            <a:r>
              <a:rPr lang="en-US" sz="4800" dirty="0">
                <a:latin typeface="Times New Roman" panose="02020603050405020304" pitchFamily="18" charset="0"/>
                <a:cs typeface="Times New Roman" panose="02020603050405020304" pitchFamily="18" charset="0"/>
              </a:rPr>
              <a:t>KEY FEATURES</a:t>
            </a:r>
            <a:endParaRPr lang="en-US" dirty="0"/>
          </a:p>
        </p:txBody>
      </p:sp>
      <p:sp>
        <p:nvSpPr>
          <p:cNvPr id="3" name="Content Placeholder 2">
            <a:extLst>
              <a:ext uri="{FF2B5EF4-FFF2-40B4-BE49-F238E27FC236}">
                <a16:creationId xmlns:a16="http://schemas.microsoft.com/office/drawing/2014/main" id="{F1F31B5E-C29B-4038-B812-E917C4DB6974}"/>
              </a:ext>
            </a:extLst>
          </p:cNvPr>
          <p:cNvSpPr>
            <a:spLocks noGrp="1"/>
          </p:cNvSpPr>
          <p:nvPr>
            <p:ph idx="1"/>
          </p:nvPr>
        </p:nvSpPr>
        <p:spPr>
          <a:xfrm>
            <a:off x="1097280" y="2057401"/>
            <a:ext cx="10058400" cy="4141694"/>
          </a:xfrm>
        </p:spPr>
        <p:txBody>
          <a:bodyPr>
            <a:normAutofit fontScale="92500" lnSpcReduction="20000"/>
          </a:bodyPr>
          <a:lstStyle/>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Intelligent detection using AWS and third-party threat feeds</a:t>
            </a:r>
          </a:p>
          <a:p>
            <a:pPr algn="just"/>
            <a:r>
              <a:rPr lang="en-US" sz="3200" dirty="0">
                <a:latin typeface="Times New Roman" panose="02020603050405020304" pitchFamily="18" charset="0"/>
                <a:cs typeface="Times New Roman" panose="02020603050405020304" pitchFamily="18" charset="0"/>
              </a:rPr>
              <a:t>Analyzes AWS CloudTrail, VPC Flow Logs, DNS logs, and EKS audit logs</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Provides detailed findings with severity ratings</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Supports multi-account environments via AWS Organizations</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Integrates with EventBridge for automated threat response</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Includes malware scanning for EC2 and container workloads</a:t>
            </a:r>
          </a:p>
        </p:txBody>
      </p:sp>
    </p:spTree>
    <p:extLst>
      <p:ext uri="{BB962C8B-B14F-4D97-AF65-F5344CB8AC3E}">
        <p14:creationId xmlns:p14="http://schemas.microsoft.com/office/powerpoint/2010/main" val="174551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382D-068A-415B-94C2-5AA86843751A}"/>
              </a:ext>
            </a:extLst>
          </p:cNvPr>
          <p:cNvSpPr>
            <a:spLocks noGrp="1"/>
          </p:cNvSpPr>
          <p:nvPr>
            <p:ph type="title"/>
          </p:nvPr>
        </p:nvSpPr>
        <p:spPr/>
        <p:txBody>
          <a:bodyPr/>
          <a:lstStyle/>
          <a:p>
            <a:r>
              <a:rPr lang="en-US" sz="4800" dirty="0">
                <a:latin typeface="Times New Roman" panose="02020603050405020304" pitchFamily="18" charset="0"/>
                <a:cs typeface="Times New Roman" panose="02020603050405020304" pitchFamily="18" charset="0"/>
              </a:rPr>
              <a:t>USE CASES</a:t>
            </a:r>
            <a:endParaRPr lang="en-US" dirty="0"/>
          </a:p>
        </p:txBody>
      </p:sp>
      <p:sp>
        <p:nvSpPr>
          <p:cNvPr id="3" name="Content Placeholder 2">
            <a:extLst>
              <a:ext uri="{FF2B5EF4-FFF2-40B4-BE49-F238E27FC236}">
                <a16:creationId xmlns:a16="http://schemas.microsoft.com/office/drawing/2014/main" id="{F1F31B5E-C29B-4038-B812-E917C4DB6974}"/>
              </a:ext>
            </a:extLst>
          </p:cNvPr>
          <p:cNvSpPr>
            <a:spLocks noGrp="1"/>
          </p:cNvSpPr>
          <p:nvPr>
            <p:ph idx="1"/>
          </p:nvPr>
        </p:nvSpPr>
        <p:spPr>
          <a:xfrm>
            <a:off x="1097279" y="2029523"/>
            <a:ext cx="10321569" cy="4259766"/>
          </a:xfrm>
        </p:spPr>
        <p:txBody>
          <a:bodyPr>
            <a:normAutofit/>
          </a:bodyPr>
          <a:lstStyle/>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Detect account compromises (e.g., unusual login behavior)</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Identify compromised resources (e.g., crypto mining on EC2)</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Monitor S3 buckets for data exfiltration attempts</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Secure Kubernetes environments (EKS)</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Support compliance efforts with continuous monitoring</a:t>
            </a:r>
          </a:p>
        </p:txBody>
      </p:sp>
    </p:spTree>
    <p:extLst>
      <p:ext uri="{BB962C8B-B14F-4D97-AF65-F5344CB8AC3E}">
        <p14:creationId xmlns:p14="http://schemas.microsoft.com/office/powerpoint/2010/main" val="4198938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382D-068A-415B-94C2-5AA86843751A}"/>
              </a:ext>
            </a:extLst>
          </p:cNvPr>
          <p:cNvSpPr>
            <a:spLocks noGrp="1"/>
          </p:cNvSpPr>
          <p:nvPr>
            <p:ph type="title"/>
          </p:nvPr>
        </p:nvSpPr>
        <p:spPr/>
        <p:txBody>
          <a:bodyPr/>
          <a:lstStyle/>
          <a:p>
            <a:r>
              <a:rPr lang="en-US" b="1" dirty="0"/>
              <a:t>BENEFITS</a:t>
            </a:r>
          </a:p>
        </p:txBody>
      </p:sp>
      <p:sp>
        <p:nvSpPr>
          <p:cNvPr id="3" name="Content Placeholder 2">
            <a:extLst>
              <a:ext uri="{FF2B5EF4-FFF2-40B4-BE49-F238E27FC236}">
                <a16:creationId xmlns:a16="http://schemas.microsoft.com/office/drawing/2014/main" id="{F1F31B5E-C29B-4038-B812-E917C4DB6974}"/>
              </a:ext>
            </a:extLst>
          </p:cNvPr>
          <p:cNvSpPr>
            <a:spLocks noGrp="1"/>
          </p:cNvSpPr>
          <p:nvPr>
            <p:ph idx="1"/>
          </p:nvPr>
        </p:nvSpPr>
        <p:spPr/>
        <p:txBody>
          <a:bodyPr>
            <a:normAutofit/>
          </a:bodyPr>
          <a:lstStyle/>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No infrastructure or maintenance required</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Scales with your AWS usage</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Reduces threat detection and response times</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Integrates with AWS Security Hub and third-party tools</a:t>
            </a:r>
          </a:p>
          <a:p>
            <a:pPr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Free 30-day trial to test detection capabilities</a:t>
            </a:r>
          </a:p>
        </p:txBody>
      </p:sp>
    </p:spTree>
    <p:extLst>
      <p:ext uri="{BB962C8B-B14F-4D97-AF65-F5344CB8AC3E}">
        <p14:creationId xmlns:p14="http://schemas.microsoft.com/office/powerpoint/2010/main" val="3174784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382D-068A-415B-94C2-5AA86843751A}"/>
              </a:ext>
            </a:extLst>
          </p:cNvPr>
          <p:cNvSpPr>
            <a:spLocks noGrp="1"/>
          </p:cNvSpPr>
          <p:nvPr>
            <p:ph type="title"/>
          </p:nvPr>
        </p:nvSpPr>
        <p:spPr/>
        <p:txBody>
          <a:bodyPr>
            <a:normAutofit/>
          </a:bodyPr>
          <a:lstStyle/>
          <a:p>
            <a:r>
              <a:rPr lang="en-US" sz="4000" b="1" dirty="0"/>
              <a:t>OVERALL AWS SECURITY ARCHITECTURE</a:t>
            </a:r>
          </a:p>
        </p:txBody>
      </p:sp>
      <p:sp>
        <p:nvSpPr>
          <p:cNvPr id="3" name="Content Placeholder 2">
            <a:extLst>
              <a:ext uri="{FF2B5EF4-FFF2-40B4-BE49-F238E27FC236}">
                <a16:creationId xmlns:a16="http://schemas.microsoft.com/office/drawing/2014/main" id="{F1F31B5E-C29B-4038-B812-E917C4DB6974}"/>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In the overall AWS security architecture, GuardDuty acts as an intelligent sentinel, continuously analyzing activity for threats, alerting security teams, and enabling automated responses. It enhances the security posture by providing real-time detection, helping organizations quickly identify and mitigate risks across their AWS workloads.</a:t>
            </a:r>
          </a:p>
        </p:txBody>
      </p:sp>
    </p:spTree>
    <p:extLst>
      <p:ext uri="{BB962C8B-B14F-4D97-AF65-F5344CB8AC3E}">
        <p14:creationId xmlns:p14="http://schemas.microsoft.com/office/powerpoint/2010/main" val="3798444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382D-068A-415B-94C2-5AA86843751A}"/>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1FD3CEE3-4FD0-4526-AB7D-8404CA343838}"/>
              </a:ext>
            </a:extLst>
          </p:cNvPr>
          <p:cNvPicPr>
            <a:picLocks noGrp="1" noChangeAspect="1"/>
          </p:cNvPicPr>
          <p:nvPr>
            <p:ph idx="1"/>
          </p:nvPr>
        </p:nvPicPr>
        <p:blipFill>
          <a:blip r:embed="rId2"/>
          <a:stretch>
            <a:fillRect/>
          </a:stretch>
        </p:blipFill>
        <p:spPr>
          <a:xfrm>
            <a:off x="446049" y="446049"/>
            <a:ext cx="11106614" cy="5620214"/>
          </a:xfrm>
        </p:spPr>
      </p:pic>
    </p:spTree>
    <p:extLst>
      <p:ext uri="{BB962C8B-B14F-4D97-AF65-F5344CB8AC3E}">
        <p14:creationId xmlns:p14="http://schemas.microsoft.com/office/powerpoint/2010/main" val="3494275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382D-068A-415B-94C2-5AA86843751A}"/>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AF6E3F84-758F-47E2-81A0-C447D12A9CB1}"/>
              </a:ext>
            </a:extLst>
          </p:cNvPr>
          <p:cNvPicPr>
            <a:picLocks noGrp="1" noChangeAspect="1"/>
          </p:cNvPicPr>
          <p:nvPr>
            <p:ph idx="1"/>
          </p:nvPr>
        </p:nvPicPr>
        <p:blipFill>
          <a:blip r:embed="rId2"/>
          <a:stretch>
            <a:fillRect/>
          </a:stretch>
        </p:blipFill>
        <p:spPr>
          <a:xfrm>
            <a:off x="1036320" y="0"/>
            <a:ext cx="10058400" cy="6088566"/>
          </a:xfrm>
        </p:spPr>
      </p:pic>
    </p:spTree>
    <p:extLst>
      <p:ext uri="{BB962C8B-B14F-4D97-AF65-F5344CB8AC3E}">
        <p14:creationId xmlns:p14="http://schemas.microsoft.com/office/powerpoint/2010/main" val="135412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382D-068A-415B-94C2-5AA86843751A}"/>
              </a:ext>
            </a:extLst>
          </p:cNvPr>
          <p:cNvSpPr>
            <a:spLocks noGrp="1"/>
          </p:cNvSpPr>
          <p:nvPr>
            <p:ph type="title"/>
          </p:nvPr>
        </p:nvSpPr>
        <p:spPr/>
        <p:txBody>
          <a:bodyPr/>
          <a:lstStyle/>
          <a:p>
            <a:endParaRPr lang="en-US" dirty="0"/>
          </a:p>
        </p:txBody>
      </p:sp>
      <p:pic>
        <p:nvPicPr>
          <p:cNvPr id="7" name="Content Placeholder 6">
            <a:extLst>
              <a:ext uri="{FF2B5EF4-FFF2-40B4-BE49-F238E27FC236}">
                <a16:creationId xmlns:a16="http://schemas.microsoft.com/office/drawing/2014/main" id="{F3898ADF-1474-4A94-A442-D301AAFCD944}"/>
              </a:ext>
            </a:extLst>
          </p:cNvPr>
          <p:cNvPicPr>
            <a:picLocks noGrp="1" noChangeAspect="1"/>
          </p:cNvPicPr>
          <p:nvPr>
            <p:ph idx="1"/>
          </p:nvPr>
        </p:nvPicPr>
        <p:blipFill>
          <a:blip r:embed="rId2"/>
          <a:stretch>
            <a:fillRect/>
          </a:stretch>
        </p:blipFill>
        <p:spPr>
          <a:xfrm>
            <a:off x="691375" y="286603"/>
            <a:ext cx="10638263" cy="5868870"/>
          </a:xfrm>
        </p:spPr>
      </p:pic>
    </p:spTree>
    <p:extLst>
      <p:ext uri="{BB962C8B-B14F-4D97-AF65-F5344CB8AC3E}">
        <p14:creationId xmlns:p14="http://schemas.microsoft.com/office/powerpoint/2010/main" val="3819390826"/>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_44285996_TF11437505.potx" id="{4572CED6-D00F-436A-9834-2268BF9FC2BD}" vid="{2652C404-73AB-4259-9066-4903527560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2.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{5C9C9164-D8E3-4FEA-9A71-FE6AB3047B4A}tf11437505_win32</Template>
  <TotalTime>58</TotalTime>
  <Words>227</Words>
  <Application>Microsoft Office PowerPoint</Application>
  <PresentationFormat>Widescreen</PresentationFormat>
  <Paragraphs>26</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Georgia Pro Cond Light</vt:lpstr>
      <vt:lpstr>Speak Pro</vt:lpstr>
      <vt:lpstr>Times New Roman</vt:lpstr>
      <vt:lpstr>Wingdings</vt:lpstr>
      <vt:lpstr>RetrospectVTI</vt:lpstr>
      <vt:lpstr>Research and Presentation on AWS Security Services –Group Activity  </vt:lpstr>
      <vt:lpstr>AMAZON GUARDDUTY</vt:lpstr>
      <vt:lpstr>KEY FEATURES</vt:lpstr>
      <vt:lpstr>USE CASES</vt:lpstr>
      <vt:lpstr>BENEFITS</vt:lpstr>
      <vt:lpstr>OVERALL AWS SECURITY ARCHITECTURE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and Presentation on AWS Security Services –Group Activity</dc:title>
  <dc:creator>Eugene Quaye Tetteh</dc:creator>
  <cp:lastModifiedBy>Mohammed Razak Mikdar</cp:lastModifiedBy>
  <cp:revision>6</cp:revision>
  <dcterms:created xsi:type="dcterms:W3CDTF">2025-05-22T16:03:21Z</dcterms:created>
  <dcterms:modified xsi:type="dcterms:W3CDTF">2025-07-28T12:04:20Z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